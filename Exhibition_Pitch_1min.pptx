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everyone! My name is Yidan. This is my project - the Holographic Virtual Librarian.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iPad lies flat on the desk. A clear acrylic sheet stands over it, at 45 degrees. The screen reflects on the sheet - so a 3D librarian floats in the air. This old trick is called Pepper's Ghost.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She has three skills. First, she can SEE. A camera tracks my face with AI. When I smile - she smiles. All in real time.  (DEMO: smile at the iPad)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Second, she can LISTEN. Say Hello to wake her up. Then say a topic, like space - and she recommends a book. All offline, no internet.  (DEMO: say Hello, then space)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Third, she can FEEL the room. My sensor box reads distance, temperature, and NFC tags inside books. Put a book on the desk - she knows it, and recommends a matching film.  (DEMO: put the book on the reader)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hardware, the firmware, and the app - all self-made. It runs alone for a whole week. Thank you!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800600"/>
            <a:ext cx="3474720" cy="256032"/>
          </a:xfrm>
          <a:prstGeom prst="roundRect">
            <a:avLst>
              <a:gd name="adj" fmla="val 35714"/>
            </a:avLst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900000">
            <a:off x="8092440" y="3246120"/>
            <a:ext cx="2651760" cy="91440"/>
          </a:xfrm>
          <a:prstGeom prst="rect">
            <a:avLst/>
          </a:prstGeom>
          <a:solidFill>
            <a:srgbClr val="7BE0C9">
              <a:alpha val="28000"/>
            </a:srgbClr>
          </a:solidFill>
          <a:ln w="15875">
            <a:solidFill>
              <a:srgbClr val="7BE0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2148840"/>
            <a:ext cx="566928" cy="566928"/>
          </a:xfrm>
          <a:prstGeom prst="ellipse">
            <a:avLst/>
          </a:prstGeom>
          <a:solidFill>
            <a:srgbClr val="7BE0C9">
              <a:alpha val="8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756648" y="2761488"/>
            <a:ext cx="914400" cy="1143000"/>
          </a:xfrm>
          <a:prstGeom prst="ellipse">
            <a:avLst/>
          </a:prstGeom>
          <a:solidFill>
            <a:srgbClr val="7BE0C9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452360" y="51389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in mid-air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Holographic</a:t>
            </a:r>
            <a:endParaRPr lang="en-US" sz="48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Librarian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librarian who sees you, listens to you,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knows the book on your desk.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Yidan Gao · UCL CASA · MSc Dissertation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hologram works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171907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iPad lies flat on the desk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304495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acrylic sheet stands over it, at 45°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437083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reflection floats in mid-air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Victorian trick called "Pepper's Ghost"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60920" y="4709160"/>
            <a:ext cx="3657600" cy="292608"/>
          </a:xfrm>
          <a:prstGeom prst="roundRect">
            <a:avLst>
              <a:gd name="adj" fmla="val 37500"/>
            </a:avLst>
          </a:prstGeom>
          <a:solidFill>
            <a:srgbClr val="182A23"/>
          </a:solidFill>
          <a:ln w="12700">
            <a:solidFill>
              <a:srgbClr val="93A8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092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iPad (screen up)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18900000">
            <a:off x="7818120" y="3520440"/>
            <a:ext cx="2377440" cy="82296"/>
          </a:xfrm>
          <a:prstGeom prst="rect">
            <a:avLst/>
          </a:prstGeom>
          <a:solidFill>
            <a:srgbClr val="7BE0C9">
              <a:alpha val="28000"/>
            </a:srgbClr>
          </a:solidFill>
          <a:ln w="19050">
            <a:solidFill>
              <a:srgbClr val="7BE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acrylic sheet · 45°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3657600"/>
            <a:ext cx="0" cy="1051560"/>
          </a:xfrm>
          <a:prstGeom prst="line">
            <a:avLst/>
          </a:prstGeom>
          <a:noFill/>
          <a:ln w="12700">
            <a:solidFill>
              <a:srgbClr val="93A8A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7726680" y="3246120"/>
            <a:ext cx="1234440" cy="411480"/>
          </a:xfrm>
          <a:prstGeom prst="line">
            <a:avLst/>
          </a:prstGeom>
          <a:noFill/>
          <a:ln w="12700">
            <a:solidFill>
              <a:srgbClr val="93A8A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05472" y="2331720"/>
            <a:ext cx="502920" cy="502920"/>
          </a:xfrm>
          <a:prstGeom prst="ellipse">
            <a:avLst/>
          </a:prstGeom>
          <a:solidFill>
            <a:srgbClr val="7BE0C9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7059168" y="2880360"/>
            <a:ext cx="822960" cy="1051560"/>
          </a:xfrm>
          <a:prstGeom prst="ellipse">
            <a:avLst/>
          </a:prstGeom>
          <a:solidFill>
            <a:srgbClr val="7BE0C9">
              <a:alpha val="4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40690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librarian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appears here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1 — She can SEE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tracks the visitor's face with AI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facial expressions, live on the 3D avatar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runs ON the iPad — no cloud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0" y="2286000"/>
            <a:ext cx="2148840" cy="2468880"/>
          </a:xfrm>
          <a:prstGeom prst="roundRect">
            <a:avLst>
              <a:gd name="adj" fmla="val 6383"/>
            </a:avLst>
          </a:prstGeom>
          <a:solidFill>
            <a:srgbClr val="13201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697480"/>
            <a:ext cx="868680" cy="868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0" y="3840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smile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59536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9326880" y="2286000"/>
            <a:ext cx="2148840" cy="2468880"/>
          </a:xfrm>
          <a:prstGeom prst="roundRect">
            <a:avLst>
              <a:gd name="adj" fmla="val 6383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69748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0" y="3840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smiles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6400800" y="4937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real time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2 — She can LISTEN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514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“Hello”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8580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wake word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01752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611880" y="23774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182A23"/>
          </a:solidFill>
          <a:ln w="12700">
            <a:solidFill>
              <a:srgbClr val="182A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5603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1188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ding! she wakes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76072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9"/>
          <p:cNvSpPr/>
          <p:nvPr/>
        </p:nvSpPr>
        <p:spPr>
          <a:xfrm>
            <a:off x="6355080" y="237744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55080" y="2514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“space”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35508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topic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68680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3"/>
          <p:cNvSpPr/>
          <p:nvPr/>
        </p:nvSpPr>
        <p:spPr>
          <a:xfrm>
            <a:off x="9281160" y="2148840"/>
            <a:ext cx="2240280" cy="1828800"/>
          </a:xfrm>
          <a:prstGeom prst="roundRect">
            <a:avLst>
              <a:gd name="adj" fmla="val 9000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2359152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30175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Brief History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Time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85800" y="48920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runs fully offline, on the device — no internet at the exhibition.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3 — She can FEEL the room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1783080"/>
            <a:ext cx="1536192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7830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ToF distance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450592" y="1783080"/>
            <a:ext cx="1440180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8" name="Text 5"/>
          <p:cNvSpPr/>
          <p:nvPr/>
        </p:nvSpPr>
        <p:spPr>
          <a:xfrm>
            <a:off x="2450592" y="1783080"/>
            <a:ext cx="14401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9372" y="1783080"/>
            <a:ext cx="1152144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10" name="Text 7"/>
          <p:cNvSpPr/>
          <p:nvPr/>
        </p:nvSpPr>
        <p:spPr>
          <a:xfrm>
            <a:off x="4119372" y="1783080"/>
            <a:ext cx="1152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humidity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00116" y="1783080"/>
            <a:ext cx="1632204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12" name="Text 9"/>
          <p:cNvSpPr/>
          <p:nvPr/>
        </p:nvSpPr>
        <p:spPr>
          <a:xfrm>
            <a:off x="5500116" y="1783080"/>
            <a:ext cx="16322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book tags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452360" y="178308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self-made sensor box, talking to the iPad over its own Wi-Fi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931920" cy="2103120"/>
          </a:xfrm>
          <a:prstGeom prst="roundRect">
            <a:avLst>
              <a:gd name="adj" fmla="val 7826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9184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a book on the desk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88720" y="4572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reads the NFC tag inside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34924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309360" y="3017520"/>
            <a:ext cx="4663440" cy="2103120"/>
          </a:xfrm>
          <a:prstGeom prst="roundRect">
            <a:avLst>
              <a:gd name="adj" fmla="val 7826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291840"/>
            <a:ext cx="731520" cy="7315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09360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…she recommends a matching film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30936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“Image of the City”  →  Blade Runner 2049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self-made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 sensor box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ToF · BME280 · PN532 NFC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443484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self-healing: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watchdog + auto-recovery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2668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95528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AI on a 2018 iPad (2 GB)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+ speech + hologram render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for a whole week — it heals itself.</a:t>
            </a:r>
            <a:endParaRPr lang="en-US" sz="1600" dirty="0"/>
          </a:p>
        </p:txBody>
      </p:sp>
      <p:pic>
        <p:nvPicPr>
          <p:cNvPr id="15" name="Image 1" descr="/Users/yimisheng/Desktop/AAAucl-2025/0022Dissertation/1111D/HolographicLibrarian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4892040"/>
            <a:ext cx="1463040" cy="1463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29600" y="5532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for the project page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" y="53949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2026-07-16T12:02:21Z</dcterms:created>
  <dcterms:modified xsi:type="dcterms:W3CDTF">2026-07-16T12:02:21Z</dcterms:modified>
</cp:coreProperties>
</file>